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발표는 기체를 띄운 결과보다, 프레임과 보드와 제어 코드를 직접 만들고 검증한 과정을 설명하는 발표이다. 사업과 교육 확장은 이 기술 과정을 반복 가능한 형태로 남겼다는 점에서만 짧게 연결하는 범위이다.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기성 비행제어기는 빠르게 비행하기에는 유리하지만 내부 오류를 의도적으로 넣고 제어 경로를 계측하기 어렵다는 한계이다. 센서 입력부터 모터 출력까지 전 과정을 열어 두고, 같은 제어 코드를 노트북에서 검증할 수 있도록 만든 시스템이다.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비행제어는 센서, 상태 추정, 목표 생성, 캐스케이드 제어, 모터 배분이 닫힌 고리로 연결된 시스템이다. 기체가 움직이면 센서가 다시 읽는 순환 구조이다. 직접 만든 범위는 기체와 보드, 제어 코드, 지상국, 검증 하니스까지이다.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프레임은 반복 출력과 조립을 통해 암의 강성과 배선 공간을 함께 조정한 결과물이다. 제어 보드는 센서와 모터 커넥터의 배치를 다시 설계한 결과물이다. CAD 형상과 실제 조립에서 드러난 배선·납땜 문제를 왕복하며 수정한 과정이다.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쿼드콥터는 네 로터의 합추력으로 뜨고, 같은 합추력을 유지한 채 로터별 출력을 다르게 배분해 자세를 바꾸는 비행체이다. 현재 기체는 M1과 M2가 시계 방향, M3와 M4가 반시계 방향으로 회전하는 배치이다. 좌우 차이는 Roll, 앞뒤 차이는 Pitch, 회전 방향 쌍의 차이는 Yaw 토크를 만드는 원리이다.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자이로는 짧은 움직임을 빠르게 보지만 바이어스를 적분하면 오차가 누적되는 센서이다. 가속도계는 중력 방향을 장기 기준으로 제공하지만 기체가 가속하거나 진동할 때 흔들리는 센서이다. 상보필터는 두 센서를 시간대별로 나누어 믿고, 가속도 크기가 1g에서 멀어질수록 가속도계 반영 비율을 줄이는 추정법이다.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개발에서 반복해서 문제를 만든 것은 게인보다 좌표축과 부호의 불일치이다. 두 IMU의 장착 방향, 센서축에서 기체축으로의 변환, 모터 번호와 회전 방향, 믹서의 축별 배분이 공유하는 하나의 부호 계약이다. 이 중 하나가 뒤집히면 음의 피드백이 양의 피드백으로 바뀌는 결과이다.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 하니스는 실제 비행 펌웨어 파일을 테스트에 직접 포함한 구조이다. 실제 제어 태스크가 1밀리초 대기 지점에 도달할 때마다 독립 물리 모델이 직전 모터 출력으로 기체를 움직이고, 그 상태에서 듀얼 IMU 원시값을 합성하는 구조이다. 정상 조건은 수렴하고 롤 믹서 배분 부호를 뒤집은 변이는 같은 판정에서 실패한 결과이다.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바깥 각도 루프는 목표 각속도를 만들고, 안쪽 각속도 루프는 자이로로 그 목표를 빠르게 따라가는 구조이다. 안쪽 루프가 외란을 먼저 억제하고 바깥 루프가 장기적인 자세 오차를 없애는 역할 분담이다. 마지막 믹서는 세 축의 보정량을 네 모터에 배분하며 포화 시 축 비율을 유지한 채 함께 축소하는 방식이다.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중력은 Roll과 Pitch의 장기 기준이 될 수 있지만 수직축 회전인 Yaw를 알려주지 못하는 한계이다. 자이로만 적분하면 작은 바이어스가 시간에 따라 누적되는 결과이다. 지자기 방위 오차를 천천히 섞어 급격한 교란에 끌려가지 않으면서 장기 드리프트를 제한하는 방식이다. 그래프는 실제 펌웨어 코드를 실행한 SIL 결과이다.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안전은 PID 안의 조건문 하나가 아니라 계층으로 구성한 구조이다. 제어 태스크 워치독의 panic 재부팅은 펌웨어에 설정되어 있지만 실제 보드 재부팅 검증은 남아 있다. 조종 패킷이 끊기면 호버 추정과 스로틀 조건을 먼저 확인하고, 지상 조건에서는 즉시 컷하며 유효한 공중 조건에서만 시간 기반 하강으로 전환하는 로직이다. 여러 코어가 공유하는 안전 상태는 제어 태스크 하나만 쓰도록 정리한 구조이다. 자동착륙의 실제 착지 판정은 아직 완료되지 않은 상태이다.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실제 기체의 이동 범위를 테더로 제한한 자세 제어 시험 영상이다. 오른쪽은 별도의 테더 세션에서 얻은 106.4초 Roll·Pitch 로그이다. 두 자료는 같은 촬영 세션이나 같은 구간으로 연결하지 않는 독립 기록이다. 실제 센서와 모터에서 제어가 작동한 기록이지만, 테더의 힘이 개입하므로 안정 자유비행 완료 증거와는 구분해야 하는 자료이다.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확인한 범위는 host 단위 시험, 실제 펌웨어를 포함한 SIL, 텔레메트리와 테더 시험 기록까지이다. 반복 가능한 안정 호버와 3901-L0X 거리·광류 센서의 제어 연결, 착지 판정은 진행 중인 항목이다. 단일 기체를 통과한 다음 다중 드론 경로 계획과 군집 제어로 확장하는 것이 후속 목표이다.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프로젝트의 결과는 프레임, 보드, 펌웨어 중 하나가 아니다. 직접 만든 전체 시스템을 같은 코드와 로그로 반복 검증할 수 있게 만든 것이 핵심이다. 이 과정은 기술 교육 아이템으로도 재사용 가능한 과정이며, 다음 목표는 단일 기체 검증을 끝낸 뒤 거리·광류와 다중 기체 제어로 확장하는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video" Target="../media/media-12-2.mp4"/><Relationship Id="rId3" Type="http://schemas.microsoft.com/office/2007/relationships/media" Target="../media/media-12-2.mp4"/><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drone-summary-pptx-export-VwTCxT/captures/slide-001.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tmp/drone-summary-pptx-export-VwTCxT/captures/slide-002.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drone-summary-pptx-export-VwTCxT/captures/slide-003.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drone-summary-pptx-export-VwTCxT/captures/slide-004.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tmp/drone-summary-pptx-export-VwTCxT/captures/slide-005.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tmp/drone-summary-pptx-export-VwTCxT/captures/slide-006.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mp/drone-summary-pptx-export-VwTCxT/captures/slide-007.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tmp/drone-summary-pptx-export-VwTCxT/captures/slide-008.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tmp/drone-summary-pptx-export-VwTCxT/captures/slide-009.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drone-summary-pptx-export-VwTCxT/captures/slide-010.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tmp/drone-summary-pptx-export-VwTCxT/captures/slide-011.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tmp/drone-summary-pptx-export-VwTCxT/captures/slide-012.png">    </p:cNvPr>
          <p:cNvPicPr>
            <a:picLocks noChangeAspect="1"/>
          </p:cNvPicPr>
          <p:nvPr/>
        </p:nvPicPr>
        <p:blipFill>
          <a:blip r:embed="rId1"/>
          <a:stretch>
            <a:fillRect/>
          </a:stretch>
        </p:blipFill>
        <p:spPr>
          <a:xfrm>
            <a:off x="0" y="0"/>
            <a:ext cx="12192000" cy="6858000"/>
          </a:xfrm>
          <a:prstGeom prst="rect">
            <a:avLst/>
          </a:prstGeom>
        </p:spPr>
      </p:pic>
      <p:pic>
        <p:nvPicPr>
          <p:cNvPr id="4" name="Embedded video slide 12">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391567" y="1018729"/>
            <a:ext cx="6417469" cy="444534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tmp/drone-summary-pptx-export-VwTCxT/captures/slide-013.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tmp/drone-summary-pptx-export-VwTCxT/captures/slide-014.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CJK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서울시립대학교</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자작 드론 비행 제어 시스템</dc:title>
  <dc:subject>자작 드론 비행제어 기술 요약</dc:subject>
  <dc:creator>서울시립대학교</dc:creator>
  <cp:lastModifiedBy>서울시립대학교</cp:lastModifiedBy>
  <cp:revision>1</cp:revision>
  <dcterms:created xsi:type="dcterms:W3CDTF">2026-08-18T12:23:24Z</dcterms:created>
  <dcterms:modified xsi:type="dcterms:W3CDTF">2026-08-18T12:23:24Z</dcterms:modified>
</cp:coreProperties>
</file>